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25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Retail Insights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</a:rPr>
              <a:t>RETAIL ANALYTICS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4F8EF7"/>
                </a:solidFill>
              </a:rPr>
              <a:t>DASHBOARD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End-to-End Data Analysis Using SQL Server &amp; Microsoft Power BI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Data Analyst for a Retail Company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Multiple stores across regions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Data from different systems &amp; years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Decision makers lack unified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Management Wants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One trusted data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73352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Clear KPIs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084832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Interactive Power BI dashboards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496312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Actionable business insights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Tools Used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</a:rPr>
              <a:t>MySQL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Database Design &amp; SQL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2004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</a:rPr>
              <a:t>Power BI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06040" y="3703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Data Modeling &amp;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</a:rPr>
              <a:t>Python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Data Loading &amp; ETL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2004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</a:rPr>
              <a:t>DAX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3703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KPI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 &amp; 2 — DATA UNDERSTANDING &amp; DATABASE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8 Datasets Identified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</a:rPr>
              <a:t>FACT TABLES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00" cy="411480"/>
          </a:xfrm>
          <a:prstGeom prst="rect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Sales 2017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6184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86,837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57600" cy="411480"/>
          </a:xfrm>
          <a:prstGeom prst="rect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21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Sales 2018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121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182,883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657600" cy="411480"/>
          </a:xfrm>
          <a:prstGeom prst="rect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24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Returns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624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7,087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DIMENSION TABLES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1848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6184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10,281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39112"/>
            <a:ext cx="393192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0574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Products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20574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1,560 rows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478024"/>
            <a:ext cx="393192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963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4963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24 rows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16936"/>
            <a:ext cx="393192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352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Region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9352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109 rows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355848"/>
            <a:ext cx="3931920" cy="3657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37413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Calendar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3741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730 rows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7"/>
                </a:solidFill>
              </a:rPr>
              <a:t>Database: RetailDB  |  Total Records: ~270,000+  |  Tables: 7  |  Views: 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3 &amp; 4 — SQL ANALYSIS &amp; VIEWS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Business Questions Answered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00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298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Top Products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2984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Moms Roasted Chicken — 675 units sold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200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Best Store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847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Store 13 — highest sales volume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200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395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Sales 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395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1997: 52,052 units → 1998: 108,635 units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200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260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44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Returns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944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7,087 total returns recorded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3200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93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Top Region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4930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North West — $85,865 in 1998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SQL Views Created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44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</a:rPr>
              <a:t>vw_sales_details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54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Joins Sales + Products + Customers + Stores + Region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4526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544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</a:rPr>
              <a:t>vw_returns_details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754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Joins Returns + Products + Stores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5 — POWER BI DATA MODELING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Star Schema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0" y="1920240"/>
            <a:ext cx="2194560" cy="7315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FACT: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FACT: Returns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194560" cy="64008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71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DIM: Products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2194560" cy="64008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DIM: 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194560" cy="64008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371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DIM: Stores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2194560" cy="64008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DIM: Region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822960"/>
            <a:ext cx="2194560" cy="64008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822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DIM: Calendar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7"/>
                </a:solidFill>
              </a:rPr>
              <a:t>All relationships configured as Many-to-One  •  7 Active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6 — DAX MEASURES &amp; KPIs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192024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</a:rPr>
              <a:t>344.2K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6868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43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52K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19202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43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6.6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868680"/>
            <a:ext cx="192024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43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</a:rPr>
              <a:t>204K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88920"/>
            <a:ext cx="192024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3.32K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Total Returns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27889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2788920"/>
            <a:ext cx="192024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063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</a:rPr>
              <a:t>0.01%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60604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Return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788920"/>
            <a:ext cx="19202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63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2.1x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YoY Growth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7 — POWER BI DASHBOARD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09728" cy="868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Home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Executive summary with KPI Cards, Sales vs Profit trend, Top 5 Products &amp; Regions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Sales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677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Total Sales, Quantity, AOV, YoY Growth, Monthly trends, Store &amp; District performance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10972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077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Product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299 Products, AVG Price, Return Rate, Top Product, Brand profitability, Returns by Brand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10972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136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Customer Insights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793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10K Customers, Gender split, Income distribution, Education levels, Membership cards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PHASE 8 — BUSINESS INSIGHTS &amp; RECOMMENDATIONS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09728" cy="9144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3210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drives sales growth?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7957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North West region leads with $85,865 in 1998 (up from $80,943 in 1997). Sales volume doubled from 1997 to 1998, driven by store expansion and product variety.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10972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836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Which products/regions underperform?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3113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Central West region generated only $1,655 — significantly below average. Bottom 5 products (Fast Buttered Popcorn, Imagine French Fries) each sold under 510 units.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3522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is the impact of returns?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8269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277,825 units returned with a value of $579,063. Return rate of 37.96% — management should investigate product quality and supplier contracts.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5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10972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8678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Where should management focus?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33425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Invest in North West expansion, run promotions on slow-moving products, and audit Mexico West (high returns ratio). Target high-income customer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</a:rPr>
              <a:t>Retail Analytics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8EF7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3657600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3639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Power BI Report (.pbix)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950208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SQL Queries File (.sql)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4242816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MySQL Database Backup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4535424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4517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Presentation File (.pptx)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Insights - Graduation Project</dc:title>
  <dc:subject>PptxGenJS Presentation</dc:subject>
  <dc:creator>PptxGenJS</dc:creator>
  <cp:lastModifiedBy>El-Wattaneya</cp:lastModifiedBy>
  <cp:revision>2</cp:revision>
  <dcterms:created xsi:type="dcterms:W3CDTF">2026-05-29T01:29:13Z</dcterms:created>
  <dcterms:modified xsi:type="dcterms:W3CDTF">2026-05-30T13:42:55Z</dcterms:modified>
</cp:coreProperties>
</file>